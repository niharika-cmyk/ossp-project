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3" d="100"/>
          <a:sy n="93" d="100"/>
        </p:scale>
        <p:origin x="-726" y="-1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821396-C903-4323-B218-F5D2E0C071AF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067EE7-FD17-4BA1-A906-5EFB2149E8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687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./pipeexec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Multiple Linux Commands Concurrently Using Pipes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B841"/>
                </a:solidFill>
              </a:rPr>
              <a:t>Operating Systems Project | C program on Ubuntu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089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 smtClean="0">
                <a:solidFill>
                  <a:srgbClr val="FFFFFF"/>
                </a:solidFill>
              </a:rPr>
              <a:t>2520090021  </a:t>
            </a:r>
            <a:r>
              <a:rPr lang="en-US" sz="1600" dirty="0">
                <a:solidFill>
                  <a:srgbClr val="FFFFFF"/>
                </a:solidFill>
              </a:rPr>
              <a:t>M. Niharika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2520090239  K. Vansika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2520090240  K. Neha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0" y="320040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1B2A31"/>
          </a:solidFill>
          <a:ln w="12700">
            <a:solidFill>
              <a:srgbClr val="1B2A3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Sec-13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21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 and Overview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BA"/>
                </a:solidFill>
              </a:rPr>
              <a:t>Sec-13 | Batch 21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BA"/>
                </a:solidFill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31"/>
                </a:solidFill>
              </a:rPr>
              <a:t>pipeexec.c launches several commands at the same time and moves data between them with pipes.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840480" cy="2011680"/>
          </a:xfrm>
          <a:prstGeom prst="roundRect">
            <a:avLst>
              <a:gd name="adj" fmla="val 4545"/>
            </a:avLst>
          </a:prstGeom>
          <a:solidFill>
            <a:srgbClr val="111A1F"/>
          </a:solidFill>
          <a:ln w="12700">
            <a:solidFill>
              <a:srgbClr val="111A1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194560"/>
            <a:ext cx="384048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mode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cmd1 | cmd2 | cmd3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stdout of each stage feeds stdin of the next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846320" y="2194560"/>
            <a:ext cx="3840480" cy="2011680"/>
          </a:xfrm>
          <a:prstGeom prst="roundRect">
            <a:avLst>
              <a:gd name="adj" fmla="val 4545"/>
            </a:avLst>
          </a:prstGeom>
          <a:solidFill>
            <a:srgbClr val="1B2A31"/>
          </a:solidFill>
          <a:ln w="12700">
            <a:solidFill>
              <a:srgbClr val="1B2A3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2194560"/>
            <a:ext cx="384048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mode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commands run together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prints output as [n] line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Mode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BA"/>
                </a:solidFill>
              </a:rPr>
              <a:t>Sec-13 | Batch 21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BA"/>
                </a:solidFill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737360" cy="822960"/>
          </a:xfrm>
          <a:prstGeom prst="roundRect">
            <a:avLst>
              <a:gd name="adj" fmla="val 11111"/>
            </a:avLst>
          </a:prstGeom>
          <a:solidFill>
            <a:srgbClr val="111A1F"/>
          </a:solidFill>
          <a:ln w="12700">
            <a:solidFill>
              <a:srgbClr val="111A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63040"/>
            <a:ext cx="17373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 /etc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146304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5B841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606040" y="1463040"/>
            <a:ext cx="1737360" cy="822960"/>
          </a:xfrm>
          <a:prstGeom prst="roundRect">
            <a:avLst>
              <a:gd name="adj" fmla="val 11111"/>
            </a:avLst>
          </a:prstGeom>
          <a:solidFill>
            <a:srgbClr val="111A1F"/>
          </a:solidFill>
          <a:ln w="12700">
            <a:solidFill>
              <a:srgbClr val="111A1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06040" y="1463040"/>
            <a:ext cx="17373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conf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146304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5B841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1737360" cy="822960"/>
          </a:xfrm>
          <a:prstGeom prst="roundRect">
            <a:avLst>
              <a:gd name="adj" fmla="val 11111"/>
            </a:avLst>
          </a:prstGeom>
          <a:solidFill>
            <a:srgbClr val="111A1F"/>
          </a:solidFill>
          <a:ln w="12700">
            <a:solidFill>
              <a:srgbClr val="111A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1463040"/>
            <a:ext cx="17373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 -k9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146304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5B841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903720" y="1463040"/>
            <a:ext cx="1737360" cy="822960"/>
          </a:xfrm>
          <a:prstGeom prst="roundRect">
            <a:avLst>
              <a:gd name="adj" fmla="val 11111"/>
            </a:avLst>
          </a:prstGeom>
          <a:solidFill>
            <a:srgbClr val="111A1F"/>
          </a:solidFill>
          <a:ln w="12700">
            <a:solidFill>
              <a:srgbClr val="111A1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03720" y="1463040"/>
            <a:ext cx="17373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 -5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69748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31"/>
                </a:solidFill>
              </a:rPr>
              <a:t>pipe() creates one pipe between each pair of stages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31"/>
                </a:solidFill>
              </a:rPr>
              <a:t>fork() starts every stage; dup2() wires stdin and stdout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31"/>
                </a:solidFill>
              </a:rPr>
              <a:t>execvp() replaces each child with its command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31"/>
                </a:solidFill>
              </a:rPr>
              <a:t>Parent closes unused fds, then waitpid() for all stages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Mode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BA"/>
                </a:solidFill>
              </a:rPr>
              <a:t>Sec-13 | Batch 21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BA"/>
                </a:solidFill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463040" cy="731520"/>
          </a:xfrm>
          <a:prstGeom prst="roundRect">
            <a:avLst>
              <a:gd name="adj" fmla="val 12500"/>
            </a:avLst>
          </a:prstGeom>
          <a:solidFill>
            <a:srgbClr val="111A1F"/>
          </a:solidFill>
          <a:ln w="12700">
            <a:solidFill>
              <a:srgbClr val="111A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71600"/>
            <a:ext cx="14630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3716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5B841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1463040" cy="731520"/>
          </a:xfrm>
          <a:prstGeom prst="roundRect">
            <a:avLst>
              <a:gd name="adj" fmla="val 12500"/>
            </a:avLst>
          </a:prstGeom>
          <a:solidFill>
            <a:srgbClr val="111A1F"/>
          </a:solidFill>
          <a:ln w="12700">
            <a:solidFill>
              <a:srgbClr val="111A1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331720"/>
            <a:ext cx="14630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23317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5B841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1463040" cy="731520"/>
          </a:xfrm>
          <a:prstGeom prst="roundRect">
            <a:avLst>
              <a:gd name="adj" fmla="val 12500"/>
            </a:avLst>
          </a:prstGeom>
          <a:solidFill>
            <a:srgbClr val="111A1F"/>
          </a:solidFill>
          <a:ln w="12700">
            <a:solidFill>
              <a:srgbClr val="111A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291840"/>
            <a:ext cx="14630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920240" y="32918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5B841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468880" y="1371600"/>
            <a:ext cx="1645920" cy="2651760"/>
          </a:xfrm>
          <a:prstGeom prst="roundRect">
            <a:avLst>
              <a:gd name="adj" fmla="val 5556"/>
            </a:avLst>
          </a:prstGeom>
          <a:solidFill>
            <a:srgbClr val="1B2A31"/>
          </a:solidFill>
          <a:ln w="12700">
            <a:solidFill>
              <a:srgbClr val="1B2A3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468880" y="1371600"/>
            <a:ext cx="164592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pipe per child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(stdout + stderr)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0" y="2468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5B841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663440" y="1371600"/>
            <a:ext cx="1645920" cy="2651760"/>
          </a:xfrm>
          <a:prstGeom prst="roundRect">
            <a:avLst>
              <a:gd name="adj" fmla="val 5556"/>
            </a:avLst>
          </a:prstGeom>
          <a:solidFill>
            <a:srgbClr val="111A1F"/>
          </a:solidFill>
          <a:ln w="12700">
            <a:solidFill>
              <a:srgbClr val="111A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63440" y="1371600"/>
            <a:ext cx="164592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poll() waits on all pipes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0116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31"/>
                </a:solidFill>
              </a:rPr>
              <a:t>Output is printed line by line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B2A31"/>
                </a:solidFill>
              </a:rPr>
              <a:t>with a [n] prefix per command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System Calls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BA"/>
                </a:solidFill>
              </a:rPr>
              <a:t>Sec-13 | Batch 21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BA"/>
                </a:solidFill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01752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ECC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pipe()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A31"/>
                          </a:solidFill>
                        </a:rPr>
                        <a:t>Create a one-way data channel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ECC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fork()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A31"/>
                          </a:solidFill>
                        </a:rPr>
                        <a:t>Create a child process per command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ECC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dup2()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A31"/>
                          </a:solidFill>
                        </a:rPr>
                        <a:t>Redirect stdin / stdout to a pipe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ECC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execvp()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A31"/>
                          </a:solidFill>
                        </a:rPr>
                        <a:t>Run the command in the child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ECC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poll()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A31"/>
                          </a:solidFill>
                        </a:rPr>
                        <a:t>Watch many pipes without blocking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ECC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waitpid()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2A31"/>
                          </a:solidFill>
                        </a:rPr>
                        <a:t>Collect exit status of children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on Ubuntu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BA"/>
                </a:solidFill>
              </a:rPr>
              <a:t>Sec-13 | Batch 21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BA"/>
                </a:solidFill>
              </a:rPr>
              <a:t>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B841"/>
                </a:solidFill>
              </a:rPr>
              <a:t>1. Build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28800" y="1234440"/>
            <a:ext cx="6858000" cy="640080"/>
          </a:xfrm>
          <a:prstGeom prst="roundRect">
            <a:avLst>
              <a:gd name="adj" fmla="val 11429"/>
            </a:avLst>
          </a:prstGeom>
          <a:solidFill>
            <a:srgbClr val="1B2A31"/>
          </a:solidFill>
          <a:ln w="12700">
            <a:solidFill>
              <a:srgbClr val="1B2A3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65960" y="12344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-Wall -Wextra -o pipeexec pipeexec.c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1031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B841"/>
                </a:solidFill>
              </a:rPr>
              <a:t>2. Pipeline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28800" y="2103120"/>
            <a:ext cx="6858000" cy="640080"/>
          </a:xfrm>
          <a:prstGeom prst="roundRect">
            <a:avLst>
              <a:gd name="adj" fmla="val 11429"/>
            </a:avLst>
          </a:prstGeom>
          <a:solidFill>
            <a:srgbClr val="1B2A31"/>
          </a:solidFill>
          <a:ln w="12700">
            <a:solidFill>
              <a:srgbClr val="1B2A3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65960" y="210312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./pipeexec pipeline "ls -l /etc" "grep conf" "wc -l"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9718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B841"/>
                </a:solidFill>
              </a:rPr>
              <a:t>3. Parallel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828800" y="2971800"/>
            <a:ext cx="6858000" cy="640080"/>
          </a:xfrm>
          <a:prstGeom prst="roundRect">
            <a:avLst>
              <a:gd name="adj" fmla="val 11429"/>
            </a:avLst>
          </a:prstGeom>
          <a:solidFill>
            <a:srgbClr val="1B2A31"/>
          </a:solidFill>
          <a:ln w="12700">
            <a:solidFill>
              <a:srgbClr val="1B2A3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965960" y="297180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./pipeexec parallel "ls /etc" "date" "uname -a" "sleep 1"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8404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B841"/>
                </a:solidFill>
              </a:rPr>
              <a:t>4. Demo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828800" y="3840480"/>
            <a:ext cx="6858000" cy="640080"/>
          </a:xfrm>
          <a:prstGeom prst="roundRect">
            <a:avLst>
              <a:gd name="adj" fmla="val 11429"/>
            </a:avLst>
          </a:prstGeom>
          <a:solidFill>
            <a:srgbClr val="1B2A31"/>
          </a:solidFill>
          <a:ln w="12700">
            <a:solidFill>
              <a:srgbClr val="1B2A3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965960" y="384048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./pipeexec demo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1656" y="2083599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</Words>
  <Application>Microsoft Office PowerPoint</Application>
  <PresentationFormat>On-screen Show (16:9)</PresentationFormat>
  <Paragraphs>81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Lenovo</cp:lastModifiedBy>
  <cp:revision>2</cp:revision>
  <dcterms:created xsi:type="dcterms:W3CDTF">2026-10-16T16:29:53Z</dcterms:created>
  <dcterms:modified xsi:type="dcterms:W3CDTF">2026-10-16T16:35:28Z</dcterms:modified>
</cp:coreProperties>
</file>